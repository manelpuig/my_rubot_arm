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4BCD49-CC49-4BB2-A568-C2DA03FD2665}" v="75" dt="2026-07-25T08:34:31.2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89" autoAdjust="0"/>
  </p:normalViewPr>
  <p:slideViewPr>
    <p:cSldViewPr snapToGrid="0">
      <p:cViewPr varScale="1">
        <p:scale>
          <a:sx n="104" d="100"/>
          <a:sy n="104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anel Puig i Vidal" userId="0d549d0e-cb25-4ad8-b3a5-db046c349dfe" providerId="ADAL" clId="{F8C461BE-47C4-4EA3-90F1-2D690A817286}"/>
    <pc:docChg chg="undo custSel addSld modSld">
      <pc:chgData name="Dr. Manel Puig i Vidal" userId="0d549d0e-cb25-4ad8-b3a5-db046c349dfe" providerId="ADAL" clId="{F8C461BE-47C4-4EA3-90F1-2D690A817286}" dt="2026-07-25T08:36:13.414" v="1110" actId="14100"/>
      <pc:docMkLst>
        <pc:docMk/>
      </pc:docMkLst>
      <pc:sldChg chg="addSp delSp modSp mod">
        <pc:chgData name="Dr. Manel Puig i Vidal" userId="0d549d0e-cb25-4ad8-b3a5-db046c349dfe" providerId="ADAL" clId="{F8C461BE-47C4-4EA3-90F1-2D690A817286}" dt="2026-07-25T08:23:04.906" v="1043" actId="20577"/>
        <pc:sldMkLst>
          <pc:docMk/>
          <pc:sldMk cId="1941994172" sldId="256"/>
        </pc:sldMkLst>
        <pc:spChg chg="mod">
          <ac:chgData name="Dr. Manel Puig i Vidal" userId="0d549d0e-cb25-4ad8-b3a5-db046c349dfe" providerId="ADAL" clId="{F8C461BE-47C4-4EA3-90F1-2D690A817286}" dt="2026-07-25T07:44:42.008" v="594" actId="1037"/>
          <ac:spMkLst>
            <pc:docMk/>
            <pc:sldMk cId="1941994172" sldId="256"/>
            <ac:spMk id="5" creationId="{B43199E2-CA82-01E4-E62C-48516066FB85}"/>
          </ac:spMkLst>
        </pc:spChg>
        <pc:spChg chg="mod">
          <ac:chgData name="Dr. Manel Puig i Vidal" userId="0d549d0e-cb25-4ad8-b3a5-db046c349dfe" providerId="ADAL" clId="{F8C461BE-47C4-4EA3-90F1-2D690A817286}" dt="2026-07-25T07:44:42.008" v="594" actId="1037"/>
          <ac:spMkLst>
            <pc:docMk/>
            <pc:sldMk cId="1941994172" sldId="256"/>
            <ac:spMk id="7" creationId="{7D6FF70B-32D5-3119-EA60-A0A6CBEEE4A2}"/>
          </ac:spMkLst>
        </pc:spChg>
        <pc:spChg chg="mod">
          <ac:chgData name="Dr. Manel Puig i Vidal" userId="0d549d0e-cb25-4ad8-b3a5-db046c349dfe" providerId="ADAL" clId="{F8C461BE-47C4-4EA3-90F1-2D690A817286}" dt="2026-07-25T07:44:42.008" v="594" actId="1037"/>
          <ac:spMkLst>
            <pc:docMk/>
            <pc:sldMk cId="1941994172" sldId="256"/>
            <ac:spMk id="9" creationId="{A5E9B422-8C09-E304-B888-A763FE87966B}"/>
          </ac:spMkLst>
        </pc:spChg>
        <pc:spChg chg="mod">
          <ac:chgData name="Dr. Manel Puig i Vidal" userId="0d549d0e-cb25-4ad8-b3a5-db046c349dfe" providerId="ADAL" clId="{F8C461BE-47C4-4EA3-90F1-2D690A817286}" dt="2026-07-25T07:28:23.678" v="488" actId="1038"/>
          <ac:spMkLst>
            <pc:docMk/>
            <pc:sldMk cId="1941994172" sldId="256"/>
            <ac:spMk id="11" creationId="{27DD395D-513C-1445-E796-B5AEDC319EFE}"/>
          </ac:spMkLst>
        </pc:spChg>
        <pc:spChg chg="mod">
          <ac:chgData name="Dr. Manel Puig i Vidal" userId="0d549d0e-cb25-4ad8-b3a5-db046c349dfe" providerId="ADAL" clId="{F8C461BE-47C4-4EA3-90F1-2D690A817286}" dt="2026-07-25T07:44:42.008" v="594" actId="1037"/>
          <ac:spMkLst>
            <pc:docMk/>
            <pc:sldMk cId="1941994172" sldId="256"/>
            <ac:spMk id="13" creationId="{A2FC3588-57B1-DDCD-B497-4C129484C5AA}"/>
          </ac:spMkLst>
        </pc:spChg>
        <pc:spChg chg="mod">
          <ac:chgData name="Dr. Manel Puig i Vidal" userId="0d549d0e-cb25-4ad8-b3a5-db046c349dfe" providerId="ADAL" clId="{F8C461BE-47C4-4EA3-90F1-2D690A817286}" dt="2026-07-25T07:15:50.630" v="353" actId="1076"/>
          <ac:spMkLst>
            <pc:docMk/>
            <pc:sldMk cId="1941994172" sldId="256"/>
            <ac:spMk id="15" creationId="{955208B4-8887-059F-B475-A27BF4B35A3F}"/>
          </ac:spMkLst>
        </pc:spChg>
        <pc:spChg chg="del mod">
          <ac:chgData name="Dr. Manel Puig i Vidal" userId="0d549d0e-cb25-4ad8-b3a5-db046c349dfe" providerId="ADAL" clId="{F8C461BE-47C4-4EA3-90F1-2D690A817286}" dt="2026-07-25T07:29:40.010" v="497"/>
          <ac:spMkLst>
            <pc:docMk/>
            <pc:sldMk cId="1941994172" sldId="256"/>
            <ac:spMk id="17" creationId="{2937E273-8620-1E4A-11B1-C05706AF5127}"/>
          </ac:spMkLst>
        </pc:spChg>
        <pc:spChg chg="add mod">
          <ac:chgData name="Dr. Manel Puig i Vidal" userId="0d549d0e-cb25-4ad8-b3a5-db046c349dfe" providerId="ADAL" clId="{F8C461BE-47C4-4EA3-90F1-2D690A817286}" dt="2026-07-25T07:44:42.008" v="594" actId="1037"/>
          <ac:spMkLst>
            <pc:docMk/>
            <pc:sldMk cId="1941994172" sldId="256"/>
            <ac:spMk id="18" creationId="{F6B7B71A-6EEC-13F9-1B36-5A28765029EE}"/>
          </ac:spMkLst>
        </pc:spChg>
        <pc:spChg chg="mod">
          <ac:chgData name="Dr. Manel Puig i Vidal" userId="0d549d0e-cb25-4ad8-b3a5-db046c349dfe" providerId="ADAL" clId="{F8C461BE-47C4-4EA3-90F1-2D690A817286}" dt="2026-07-25T07:31:27.606" v="510" actId="1076"/>
          <ac:spMkLst>
            <pc:docMk/>
            <pc:sldMk cId="1941994172" sldId="256"/>
            <ac:spMk id="19" creationId="{15E1E97C-7FD5-C6BB-E216-B816FBCE22E1}"/>
          </ac:spMkLst>
        </pc:spChg>
        <pc:spChg chg="mod">
          <ac:chgData name="Dr. Manel Puig i Vidal" userId="0d549d0e-cb25-4ad8-b3a5-db046c349dfe" providerId="ADAL" clId="{F8C461BE-47C4-4EA3-90F1-2D690A817286}" dt="2026-07-25T07:44:42.008" v="594" actId="1037"/>
          <ac:spMkLst>
            <pc:docMk/>
            <pc:sldMk cId="1941994172" sldId="256"/>
            <ac:spMk id="20" creationId="{23FB310D-0E1A-97C5-B9E3-5E22BD51FDC5}"/>
          </ac:spMkLst>
        </pc:spChg>
        <pc:spChg chg="add mod">
          <ac:chgData name="Dr. Manel Puig i Vidal" userId="0d549d0e-cb25-4ad8-b3a5-db046c349dfe" providerId="ADAL" clId="{F8C461BE-47C4-4EA3-90F1-2D690A817286}" dt="2026-07-25T07:22:59.880" v="450" actId="1036"/>
          <ac:spMkLst>
            <pc:docMk/>
            <pc:sldMk cId="1941994172" sldId="256"/>
            <ac:spMk id="28" creationId="{9B37EB03-A3DA-4E0B-8B90-C69F26501A84}"/>
          </ac:spMkLst>
        </pc:spChg>
        <pc:spChg chg="add mod">
          <ac:chgData name="Dr. Manel Puig i Vidal" userId="0d549d0e-cb25-4ad8-b3a5-db046c349dfe" providerId="ADAL" clId="{F8C461BE-47C4-4EA3-90F1-2D690A817286}" dt="2026-07-25T07:44:42.008" v="594" actId="1037"/>
          <ac:spMkLst>
            <pc:docMk/>
            <pc:sldMk cId="1941994172" sldId="256"/>
            <ac:spMk id="36" creationId="{EF2D58B4-B82D-60C2-1FA0-17433ACBB244}"/>
          </ac:spMkLst>
        </pc:spChg>
        <pc:spChg chg="add mod">
          <ac:chgData name="Dr. Manel Puig i Vidal" userId="0d549d0e-cb25-4ad8-b3a5-db046c349dfe" providerId="ADAL" clId="{F8C461BE-47C4-4EA3-90F1-2D690A817286}" dt="2026-07-25T07:44:42.008" v="594" actId="1037"/>
          <ac:spMkLst>
            <pc:docMk/>
            <pc:sldMk cId="1941994172" sldId="256"/>
            <ac:spMk id="38" creationId="{A137582C-C880-59F5-FC6E-FFBC48246D3E}"/>
          </ac:spMkLst>
        </pc:spChg>
        <pc:spChg chg="add mod">
          <ac:chgData name="Dr. Manel Puig i Vidal" userId="0d549d0e-cb25-4ad8-b3a5-db046c349dfe" providerId="ADAL" clId="{F8C461BE-47C4-4EA3-90F1-2D690A817286}" dt="2026-07-25T07:44:42.008" v="594" actId="1037"/>
          <ac:spMkLst>
            <pc:docMk/>
            <pc:sldMk cId="1941994172" sldId="256"/>
            <ac:spMk id="41" creationId="{0159EF37-4D30-1761-C50F-634BA98DD87C}"/>
          </ac:spMkLst>
        </pc:spChg>
        <pc:spChg chg="add mod">
          <ac:chgData name="Dr. Manel Puig i Vidal" userId="0d549d0e-cb25-4ad8-b3a5-db046c349dfe" providerId="ADAL" clId="{F8C461BE-47C4-4EA3-90F1-2D690A817286}" dt="2026-07-25T07:31:11.896" v="509" actId="14100"/>
          <ac:spMkLst>
            <pc:docMk/>
            <pc:sldMk cId="1941994172" sldId="256"/>
            <ac:spMk id="43" creationId="{DB8ED039-93C2-C838-380C-AB100A8D44F8}"/>
          </ac:spMkLst>
        </pc:spChg>
        <pc:spChg chg="add mod">
          <ac:chgData name="Dr. Manel Puig i Vidal" userId="0d549d0e-cb25-4ad8-b3a5-db046c349dfe" providerId="ADAL" clId="{F8C461BE-47C4-4EA3-90F1-2D690A817286}" dt="2026-07-25T07:44:42.008" v="594" actId="1037"/>
          <ac:spMkLst>
            <pc:docMk/>
            <pc:sldMk cId="1941994172" sldId="256"/>
            <ac:spMk id="59" creationId="{9EB818EE-64C0-086D-2CAF-4C1F512A1416}"/>
          </ac:spMkLst>
        </pc:spChg>
        <pc:spChg chg="add mod">
          <ac:chgData name="Dr. Manel Puig i Vidal" userId="0d549d0e-cb25-4ad8-b3a5-db046c349dfe" providerId="ADAL" clId="{F8C461BE-47C4-4EA3-90F1-2D690A817286}" dt="2026-07-25T07:33:11.296" v="516" actId="114"/>
          <ac:spMkLst>
            <pc:docMk/>
            <pc:sldMk cId="1941994172" sldId="256"/>
            <ac:spMk id="61" creationId="{838BA44D-ED03-8D7C-11B5-B1E05096CB55}"/>
          </ac:spMkLst>
        </pc:spChg>
        <pc:spChg chg="add del mod">
          <ac:chgData name="Dr. Manel Puig i Vidal" userId="0d549d0e-cb25-4ad8-b3a5-db046c349dfe" providerId="ADAL" clId="{F8C461BE-47C4-4EA3-90F1-2D690A817286}" dt="2026-07-25T07:28:45.722" v="489" actId="478"/>
          <ac:spMkLst>
            <pc:docMk/>
            <pc:sldMk cId="1941994172" sldId="256"/>
            <ac:spMk id="69" creationId="{19747F56-4D6B-9C6D-C17D-DCF50A8719D0}"/>
          </ac:spMkLst>
        </pc:spChg>
        <pc:spChg chg="add mod">
          <ac:chgData name="Dr. Manel Puig i Vidal" userId="0d549d0e-cb25-4ad8-b3a5-db046c349dfe" providerId="ADAL" clId="{F8C461BE-47C4-4EA3-90F1-2D690A817286}" dt="2026-07-25T08:23:04.906" v="1043" actId="20577"/>
          <ac:spMkLst>
            <pc:docMk/>
            <pc:sldMk cId="1941994172" sldId="256"/>
            <ac:spMk id="89" creationId="{013C8B49-461C-8C91-2482-6AC655128529}"/>
          </ac:spMkLst>
        </pc:spChg>
        <pc:spChg chg="add mod">
          <ac:chgData name="Dr. Manel Puig i Vidal" userId="0d549d0e-cb25-4ad8-b3a5-db046c349dfe" providerId="ADAL" clId="{F8C461BE-47C4-4EA3-90F1-2D690A817286}" dt="2026-07-25T07:35:34.463" v="547" actId="1076"/>
          <ac:spMkLst>
            <pc:docMk/>
            <pc:sldMk cId="1941994172" sldId="256"/>
            <ac:spMk id="100" creationId="{52E237DA-BBB8-AD28-7DE3-B349CA39113C}"/>
          </ac:spMkLst>
        </pc:spChg>
        <pc:cxnChg chg="add mod">
          <ac:chgData name="Dr. Manel Puig i Vidal" userId="0d549d0e-cb25-4ad8-b3a5-db046c349dfe" providerId="ADAL" clId="{F8C461BE-47C4-4EA3-90F1-2D690A817286}" dt="2026-07-25T07:42:32.177" v="562" actId="14100"/>
          <ac:cxnSpMkLst>
            <pc:docMk/>
            <pc:sldMk cId="1941994172" sldId="256"/>
            <ac:cxnSpMk id="3" creationId="{DA639AF5-EF8A-E19C-5F06-10132234B213}"/>
          </ac:cxnSpMkLst>
        </pc:cxnChg>
        <pc:cxnChg chg="add mod">
          <ac:chgData name="Dr. Manel Puig i Vidal" userId="0d549d0e-cb25-4ad8-b3a5-db046c349dfe" providerId="ADAL" clId="{F8C461BE-47C4-4EA3-90F1-2D690A817286}" dt="2026-07-25T07:36:27.829" v="552" actId="14100"/>
          <ac:cxnSpMkLst>
            <pc:docMk/>
            <pc:sldMk cId="1941994172" sldId="256"/>
            <ac:cxnSpMk id="6" creationId="{A10BC10A-CDB3-BEB9-2FF1-38D863E1A4F0}"/>
          </ac:cxnSpMkLst>
        </pc:cxnChg>
        <pc:cxnChg chg="mod">
          <ac:chgData name="Dr. Manel Puig i Vidal" userId="0d549d0e-cb25-4ad8-b3a5-db046c349dfe" providerId="ADAL" clId="{F8C461BE-47C4-4EA3-90F1-2D690A817286}" dt="2026-07-25T07:30:46.909" v="507" actId="14100"/>
          <ac:cxnSpMkLst>
            <pc:docMk/>
            <pc:sldMk cId="1941994172" sldId="256"/>
            <ac:cxnSpMk id="22" creationId="{22DFC859-CD17-C8F7-084E-B8918F7D90B6}"/>
          </ac:cxnSpMkLst>
        </pc:cxnChg>
        <pc:cxnChg chg="mod">
          <ac:chgData name="Dr. Manel Puig i Vidal" userId="0d549d0e-cb25-4ad8-b3a5-db046c349dfe" providerId="ADAL" clId="{F8C461BE-47C4-4EA3-90F1-2D690A817286}" dt="2026-07-25T07:31:11.896" v="509" actId="14100"/>
          <ac:cxnSpMkLst>
            <pc:docMk/>
            <pc:sldMk cId="1941994172" sldId="256"/>
            <ac:cxnSpMk id="23" creationId="{83F7739E-AEAA-6EA9-5E99-225C70F0D0CE}"/>
          </ac:cxnSpMkLst>
        </pc:cxnChg>
        <pc:cxnChg chg="mod">
          <ac:chgData name="Dr. Manel Puig i Vidal" userId="0d549d0e-cb25-4ad8-b3a5-db046c349dfe" providerId="ADAL" clId="{F8C461BE-47C4-4EA3-90F1-2D690A817286}" dt="2026-07-25T07:31:27.606" v="510" actId="1076"/>
          <ac:cxnSpMkLst>
            <pc:docMk/>
            <pc:sldMk cId="1941994172" sldId="256"/>
            <ac:cxnSpMk id="25" creationId="{486DAB39-980C-0A65-2676-E2A3E6398E61}"/>
          </ac:cxnSpMkLst>
        </pc:cxnChg>
        <pc:cxnChg chg="add mod">
          <ac:chgData name="Dr. Manel Puig i Vidal" userId="0d549d0e-cb25-4ad8-b3a5-db046c349dfe" providerId="ADAL" clId="{F8C461BE-47C4-4EA3-90F1-2D690A817286}" dt="2026-07-25T07:10:20.442" v="232" actId="14100"/>
          <ac:cxnSpMkLst>
            <pc:docMk/>
            <pc:sldMk cId="1941994172" sldId="256"/>
            <ac:cxnSpMk id="26" creationId="{DEF9B7F2-3481-D16E-E1F3-80271EBA4BCF}"/>
          </ac:cxnSpMkLst>
        </pc:cxnChg>
        <pc:cxnChg chg="mod">
          <ac:chgData name="Dr. Manel Puig i Vidal" userId="0d549d0e-cb25-4ad8-b3a5-db046c349dfe" providerId="ADAL" clId="{F8C461BE-47C4-4EA3-90F1-2D690A817286}" dt="2026-07-25T07:32:46.535" v="513" actId="1076"/>
          <ac:cxnSpMkLst>
            <pc:docMk/>
            <pc:sldMk cId="1941994172" sldId="256"/>
            <ac:cxnSpMk id="27" creationId="{3666BD33-9F62-85E8-0AB7-76A7C7C6024A}"/>
          </ac:cxnSpMkLst>
        </pc:cxnChg>
        <pc:cxnChg chg="add mod">
          <ac:chgData name="Dr. Manel Puig i Vidal" userId="0d549d0e-cb25-4ad8-b3a5-db046c349dfe" providerId="ADAL" clId="{F8C461BE-47C4-4EA3-90F1-2D690A817286}" dt="2026-07-25T07:29:12.084" v="492" actId="14100"/>
          <ac:cxnSpMkLst>
            <pc:docMk/>
            <pc:sldMk cId="1941994172" sldId="256"/>
            <ac:cxnSpMk id="29" creationId="{424E9748-C8F6-495A-7201-056EFDE85597}"/>
          </ac:cxnSpMkLst>
        </pc:cxnChg>
        <pc:cxnChg chg="add mod">
          <ac:chgData name="Dr. Manel Puig i Vidal" userId="0d549d0e-cb25-4ad8-b3a5-db046c349dfe" providerId="ADAL" clId="{F8C461BE-47C4-4EA3-90F1-2D690A817286}" dt="2026-07-25T07:32:46.535" v="513" actId="1076"/>
          <ac:cxnSpMkLst>
            <pc:docMk/>
            <pc:sldMk cId="1941994172" sldId="256"/>
            <ac:cxnSpMk id="35" creationId="{8180F882-7DE8-F22A-0F08-6EE4D28CF667}"/>
          </ac:cxnSpMkLst>
        </pc:cxnChg>
        <pc:cxnChg chg="add mod">
          <ac:chgData name="Dr. Manel Puig i Vidal" userId="0d549d0e-cb25-4ad8-b3a5-db046c349dfe" providerId="ADAL" clId="{F8C461BE-47C4-4EA3-90F1-2D690A817286}" dt="2026-07-25T07:31:27.606" v="510" actId="1076"/>
          <ac:cxnSpMkLst>
            <pc:docMk/>
            <pc:sldMk cId="1941994172" sldId="256"/>
            <ac:cxnSpMk id="73" creationId="{33558DC1-3189-03F6-6FE6-E9AA204E3659}"/>
          </ac:cxnSpMkLst>
        </pc:cxnChg>
      </pc:sldChg>
      <pc:sldChg chg="addSp delSp modSp add mod">
        <pc:chgData name="Dr. Manel Puig i Vidal" userId="0d549d0e-cb25-4ad8-b3a5-db046c349dfe" providerId="ADAL" clId="{F8C461BE-47C4-4EA3-90F1-2D690A817286}" dt="2026-07-25T08:36:13.414" v="1110" actId="14100"/>
        <pc:sldMkLst>
          <pc:docMk/>
          <pc:sldMk cId="883134361" sldId="257"/>
        </pc:sldMkLst>
        <pc:spChg chg="mod">
          <ac:chgData name="Dr. Manel Puig i Vidal" userId="0d549d0e-cb25-4ad8-b3a5-db046c349dfe" providerId="ADAL" clId="{F8C461BE-47C4-4EA3-90F1-2D690A817286}" dt="2026-07-25T07:46:05.733" v="604" actId="1076"/>
          <ac:spMkLst>
            <pc:docMk/>
            <pc:sldMk cId="883134361" sldId="257"/>
            <ac:spMk id="7" creationId="{A9BB5ABE-B35A-A79A-B54F-1D254D54F234}"/>
          </ac:spMkLst>
        </pc:spChg>
        <pc:spChg chg="mod">
          <ac:chgData name="Dr. Manel Puig i Vidal" userId="0d549d0e-cb25-4ad8-b3a5-db046c349dfe" providerId="ADAL" clId="{F8C461BE-47C4-4EA3-90F1-2D690A817286}" dt="2026-07-25T08:14:19.402" v="948" actId="1038"/>
          <ac:spMkLst>
            <pc:docMk/>
            <pc:sldMk cId="883134361" sldId="257"/>
            <ac:spMk id="9" creationId="{67B94DD0-7C19-0AA9-C495-D6807E4598E2}"/>
          </ac:spMkLst>
        </pc:spChg>
        <pc:spChg chg="del">
          <ac:chgData name="Dr. Manel Puig i Vidal" userId="0d549d0e-cb25-4ad8-b3a5-db046c349dfe" providerId="ADAL" clId="{F8C461BE-47C4-4EA3-90F1-2D690A817286}" dt="2026-07-25T07:48:44.546" v="614" actId="478"/>
          <ac:spMkLst>
            <pc:docMk/>
            <pc:sldMk cId="883134361" sldId="257"/>
            <ac:spMk id="11" creationId="{81D666EB-1F60-10B5-DEF8-4A059832E6C8}"/>
          </ac:spMkLst>
        </pc:spChg>
        <pc:spChg chg="add mod">
          <ac:chgData name="Dr. Manel Puig i Vidal" userId="0d549d0e-cb25-4ad8-b3a5-db046c349dfe" providerId="ADAL" clId="{F8C461BE-47C4-4EA3-90F1-2D690A817286}" dt="2026-07-25T08:15:18.316" v="952" actId="21"/>
          <ac:spMkLst>
            <pc:docMk/>
            <pc:sldMk cId="883134361" sldId="257"/>
            <ac:spMk id="12" creationId="{CAD9FA01-8643-D683-C8CE-FDB6BC42FACB}"/>
          </ac:spMkLst>
        </pc:spChg>
        <pc:spChg chg="del">
          <ac:chgData name="Dr. Manel Puig i Vidal" userId="0d549d0e-cb25-4ad8-b3a5-db046c349dfe" providerId="ADAL" clId="{F8C461BE-47C4-4EA3-90F1-2D690A817286}" dt="2026-07-25T07:48:47.657" v="615" actId="478"/>
          <ac:spMkLst>
            <pc:docMk/>
            <pc:sldMk cId="883134361" sldId="257"/>
            <ac:spMk id="13" creationId="{70992914-BC4A-FDF0-FAA7-46155CCAA2F1}"/>
          </ac:spMkLst>
        </pc:spChg>
        <pc:spChg chg="del">
          <ac:chgData name="Dr. Manel Puig i Vidal" userId="0d549d0e-cb25-4ad8-b3a5-db046c349dfe" providerId="ADAL" clId="{F8C461BE-47C4-4EA3-90F1-2D690A817286}" dt="2026-07-25T07:46:01.348" v="603" actId="478"/>
          <ac:spMkLst>
            <pc:docMk/>
            <pc:sldMk cId="883134361" sldId="257"/>
            <ac:spMk id="15" creationId="{F869509C-0A2C-A9BC-D2BA-CD5A1F89E358}"/>
          </ac:spMkLst>
        </pc:spChg>
        <pc:spChg chg="mod">
          <ac:chgData name="Dr. Manel Puig i Vidal" userId="0d549d0e-cb25-4ad8-b3a5-db046c349dfe" providerId="ADAL" clId="{F8C461BE-47C4-4EA3-90F1-2D690A817286}" dt="2026-07-25T08:14:08.048" v="926" actId="404"/>
          <ac:spMkLst>
            <pc:docMk/>
            <pc:sldMk cId="883134361" sldId="257"/>
            <ac:spMk id="18" creationId="{65794DC4-934B-A693-1A6F-61DEDE42A2B8}"/>
          </ac:spMkLst>
        </pc:spChg>
        <pc:spChg chg="add del mod">
          <ac:chgData name="Dr. Manel Puig i Vidal" userId="0d549d0e-cb25-4ad8-b3a5-db046c349dfe" providerId="ADAL" clId="{F8C461BE-47C4-4EA3-90F1-2D690A817286}" dt="2026-07-25T07:57:58.368" v="758" actId="478"/>
          <ac:spMkLst>
            <pc:docMk/>
            <pc:sldMk cId="883134361" sldId="257"/>
            <ac:spMk id="19" creationId="{3870A9EA-A122-DE09-42F2-BA57CE926489}"/>
          </ac:spMkLst>
        </pc:spChg>
        <pc:spChg chg="mod">
          <ac:chgData name="Dr. Manel Puig i Vidal" userId="0d549d0e-cb25-4ad8-b3a5-db046c349dfe" providerId="ADAL" clId="{F8C461BE-47C4-4EA3-90F1-2D690A817286}" dt="2026-07-25T07:53:21.878" v="744" actId="1076"/>
          <ac:spMkLst>
            <pc:docMk/>
            <pc:sldMk cId="883134361" sldId="257"/>
            <ac:spMk id="28" creationId="{54BF8FA5-1EDF-1B7D-F0D5-8691297F46EB}"/>
          </ac:spMkLst>
        </pc:spChg>
        <pc:spChg chg="add mod">
          <ac:chgData name="Dr. Manel Puig i Vidal" userId="0d549d0e-cb25-4ad8-b3a5-db046c349dfe" providerId="ADAL" clId="{F8C461BE-47C4-4EA3-90F1-2D690A817286}" dt="2026-07-25T08:19:20.896" v="1015" actId="1076"/>
          <ac:spMkLst>
            <pc:docMk/>
            <pc:sldMk cId="883134361" sldId="257"/>
            <ac:spMk id="31" creationId="{B91B785A-B4F1-D402-B10A-60808D94D494}"/>
          </ac:spMkLst>
        </pc:spChg>
        <pc:spChg chg="mod">
          <ac:chgData name="Dr. Manel Puig i Vidal" userId="0d549d0e-cb25-4ad8-b3a5-db046c349dfe" providerId="ADAL" clId="{F8C461BE-47C4-4EA3-90F1-2D690A817286}" dt="2026-07-25T07:51:02.459" v="677" actId="14100"/>
          <ac:spMkLst>
            <pc:docMk/>
            <pc:sldMk cId="883134361" sldId="257"/>
            <ac:spMk id="38" creationId="{1E0E2517-A9DB-EA0C-4AC1-A2CBB72D73DB}"/>
          </ac:spMkLst>
        </pc:spChg>
        <pc:spChg chg="mod">
          <ac:chgData name="Dr. Manel Puig i Vidal" userId="0d549d0e-cb25-4ad8-b3a5-db046c349dfe" providerId="ADAL" clId="{F8C461BE-47C4-4EA3-90F1-2D690A817286}" dt="2026-07-25T07:52:09.895" v="722" actId="14100"/>
          <ac:spMkLst>
            <pc:docMk/>
            <pc:sldMk cId="883134361" sldId="257"/>
            <ac:spMk id="41" creationId="{7FC17C43-E771-8213-9822-AC72E1FB5D92}"/>
          </ac:spMkLst>
        </pc:spChg>
        <pc:spChg chg="mod">
          <ac:chgData name="Dr. Manel Puig i Vidal" userId="0d549d0e-cb25-4ad8-b3a5-db046c349dfe" providerId="ADAL" clId="{F8C461BE-47C4-4EA3-90F1-2D690A817286}" dt="2026-07-25T08:36:13.414" v="1110" actId="14100"/>
          <ac:spMkLst>
            <pc:docMk/>
            <pc:sldMk cId="883134361" sldId="257"/>
            <ac:spMk id="43" creationId="{165938DD-9B48-6E90-24A9-794C873D9AEE}"/>
          </ac:spMkLst>
        </pc:spChg>
        <pc:spChg chg="add del">
          <ac:chgData name="Dr. Manel Puig i Vidal" userId="0d549d0e-cb25-4ad8-b3a5-db046c349dfe" providerId="ADAL" clId="{F8C461BE-47C4-4EA3-90F1-2D690A817286}" dt="2026-07-25T07:58:02.655" v="760" actId="478"/>
          <ac:spMkLst>
            <pc:docMk/>
            <pc:sldMk cId="883134361" sldId="257"/>
            <ac:spMk id="59" creationId="{67FDA996-EB2A-3949-B397-51B4242CE0C4}"/>
          </ac:spMkLst>
        </pc:spChg>
        <pc:spChg chg="mod">
          <ac:chgData name="Dr. Manel Puig i Vidal" userId="0d549d0e-cb25-4ad8-b3a5-db046c349dfe" providerId="ADAL" clId="{F8C461BE-47C4-4EA3-90F1-2D690A817286}" dt="2026-07-25T08:16:52.367" v="976" actId="14100"/>
          <ac:spMkLst>
            <pc:docMk/>
            <pc:sldMk cId="883134361" sldId="257"/>
            <ac:spMk id="61" creationId="{CFFED079-3D10-12D2-0121-789722E81455}"/>
          </ac:spMkLst>
        </pc:spChg>
        <pc:spChg chg="mod">
          <ac:chgData name="Dr. Manel Puig i Vidal" userId="0d549d0e-cb25-4ad8-b3a5-db046c349dfe" providerId="ADAL" clId="{F8C461BE-47C4-4EA3-90F1-2D690A817286}" dt="2026-07-25T08:30:27.815" v="1055" actId="20577"/>
          <ac:spMkLst>
            <pc:docMk/>
            <pc:sldMk cId="883134361" sldId="257"/>
            <ac:spMk id="89" creationId="{01120765-9AD9-2F11-CA11-61AA1560DB54}"/>
          </ac:spMkLst>
        </pc:spChg>
        <pc:cxnChg chg="mod">
          <ac:chgData name="Dr. Manel Puig i Vidal" userId="0d549d0e-cb25-4ad8-b3a5-db046c349dfe" providerId="ADAL" clId="{F8C461BE-47C4-4EA3-90F1-2D690A817286}" dt="2026-07-25T08:14:19.402" v="948" actId="1038"/>
          <ac:cxnSpMkLst>
            <pc:docMk/>
            <pc:sldMk cId="883134361" sldId="257"/>
            <ac:cxnSpMk id="3" creationId="{738CF1D3-2538-CC95-26FA-F9FA16BB8062}"/>
          </ac:cxnSpMkLst>
        </pc:cxnChg>
        <pc:cxnChg chg="mod">
          <ac:chgData name="Dr. Manel Puig i Vidal" userId="0d549d0e-cb25-4ad8-b3a5-db046c349dfe" providerId="ADAL" clId="{F8C461BE-47C4-4EA3-90F1-2D690A817286}" dt="2026-07-25T08:14:19.402" v="948" actId="1038"/>
          <ac:cxnSpMkLst>
            <pc:docMk/>
            <pc:sldMk cId="883134361" sldId="257"/>
            <ac:cxnSpMk id="6" creationId="{4D0AF15D-A89E-CA32-A27C-23AB155CA059}"/>
          </ac:cxnSpMkLst>
        </pc:cxnChg>
        <pc:cxnChg chg="mod">
          <ac:chgData name="Dr. Manel Puig i Vidal" userId="0d549d0e-cb25-4ad8-b3a5-db046c349dfe" providerId="ADAL" clId="{F8C461BE-47C4-4EA3-90F1-2D690A817286}" dt="2026-07-25T07:54:08.815" v="750" actId="14100"/>
          <ac:cxnSpMkLst>
            <pc:docMk/>
            <pc:sldMk cId="883134361" sldId="257"/>
            <ac:cxnSpMk id="22" creationId="{A65C2F5A-1085-B84B-83FA-445CB05C308D}"/>
          </ac:cxnSpMkLst>
        </pc:cxnChg>
        <pc:cxnChg chg="mod">
          <ac:chgData name="Dr. Manel Puig i Vidal" userId="0d549d0e-cb25-4ad8-b3a5-db046c349dfe" providerId="ADAL" clId="{F8C461BE-47C4-4EA3-90F1-2D690A817286}" dt="2026-07-25T08:36:13.414" v="1110" actId="14100"/>
          <ac:cxnSpMkLst>
            <pc:docMk/>
            <pc:sldMk cId="883134361" sldId="257"/>
            <ac:cxnSpMk id="23" creationId="{C8E1758E-C10B-263F-2E7B-4236414AD855}"/>
          </ac:cxnSpMkLst>
        </pc:cxnChg>
        <pc:cxnChg chg="del mod">
          <ac:chgData name="Dr. Manel Puig i Vidal" userId="0d549d0e-cb25-4ad8-b3a5-db046c349dfe" providerId="ADAL" clId="{F8C461BE-47C4-4EA3-90F1-2D690A817286}" dt="2026-07-25T07:54:59.787" v="751" actId="478"/>
          <ac:cxnSpMkLst>
            <pc:docMk/>
            <pc:sldMk cId="883134361" sldId="257"/>
            <ac:cxnSpMk id="25" creationId="{7436B04C-6EBE-07A8-C653-8DE95E167D68}"/>
          </ac:cxnSpMkLst>
        </pc:cxnChg>
        <pc:cxnChg chg="del mod">
          <ac:chgData name="Dr. Manel Puig i Vidal" userId="0d549d0e-cb25-4ad8-b3a5-db046c349dfe" providerId="ADAL" clId="{F8C461BE-47C4-4EA3-90F1-2D690A817286}" dt="2026-07-25T07:59:40.394" v="809" actId="478"/>
          <ac:cxnSpMkLst>
            <pc:docMk/>
            <pc:sldMk cId="883134361" sldId="257"/>
            <ac:cxnSpMk id="26" creationId="{8BC701FD-4151-7218-78AE-3134E71F78B1}"/>
          </ac:cxnSpMkLst>
        </pc:cxnChg>
        <pc:cxnChg chg="add del mod">
          <ac:chgData name="Dr. Manel Puig i Vidal" userId="0d549d0e-cb25-4ad8-b3a5-db046c349dfe" providerId="ADAL" clId="{F8C461BE-47C4-4EA3-90F1-2D690A817286}" dt="2026-07-25T07:58:00.819" v="759" actId="478"/>
          <ac:cxnSpMkLst>
            <pc:docMk/>
            <pc:sldMk cId="883134361" sldId="257"/>
            <ac:cxnSpMk id="27" creationId="{32F1D316-2FC3-88D3-431D-5ABF15336722}"/>
          </ac:cxnSpMkLst>
        </pc:cxnChg>
        <pc:cxnChg chg="add del mod">
          <ac:chgData name="Dr. Manel Puig i Vidal" userId="0d549d0e-cb25-4ad8-b3a5-db046c349dfe" providerId="ADAL" clId="{F8C461BE-47C4-4EA3-90F1-2D690A817286}" dt="2026-07-25T07:58:04.053" v="761" actId="478"/>
          <ac:cxnSpMkLst>
            <pc:docMk/>
            <pc:sldMk cId="883134361" sldId="257"/>
            <ac:cxnSpMk id="35" creationId="{5FD3D0F6-1407-8A63-3BB3-1C75AEE640FE}"/>
          </ac:cxnSpMkLst>
        </pc:cxnChg>
        <pc:cxnChg chg="add del mod">
          <ac:chgData name="Dr. Manel Puig i Vidal" userId="0d549d0e-cb25-4ad8-b3a5-db046c349dfe" providerId="ADAL" clId="{F8C461BE-47C4-4EA3-90F1-2D690A817286}" dt="2026-07-25T07:57:58.368" v="758" actId="478"/>
          <ac:cxnSpMkLst>
            <pc:docMk/>
            <pc:sldMk cId="883134361" sldId="257"/>
            <ac:cxnSpMk id="73" creationId="{186C34B2-F71D-3419-A26A-ADCE90CDE07C}"/>
          </ac:cxnSpMkLst>
        </pc:cxnChg>
      </pc:sldChg>
      <pc:sldChg chg="addSp delSp modSp add mod">
        <pc:chgData name="Dr. Manel Puig i Vidal" userId="0d549d0e-cb25-4ad8-b3a5-db046c349dfe" providerId="ADAL" clId="{F8C461BE-47C4-4EA3-90F1-2D690A817286}" dt="2026-07-25T08:35:55.854" v="1101" actId="14100"/>
        <pc:sldMkLst>
          <pc:docMk/>
          <pc:sldMk cId="253139195" sldId="258"/>
        </pc:sldMkLst>
        <pc:spChg chg="mod">
          <ac:chgData name="Dr. Manel Puig i Vidal" userId="0d549d0e-cb25-4ad8-b3a5-db046c349dfe" providerId="ADAL" clId="{F8C461BE-47C4-4EA3-90F1-2D690A817286}" dt="2026-07-25T08:31:18.730" v="1056" actId="20577"/>
          <ac:spMkLst>
            <pc:docMk/>
            <pc:sldMk cId="253139195" sldId="258"/>
            <ac:spMk id="5" creationId="{E083FB44-D832-9585-6508-CA3A63B8443D}"/>
          </ac:spMkLst>
        </pc:spChg>
        <pc:spChg chg="del">
          <ac:chgData name="Dr. Manel Puig i Vidal" userId="0d549d0e-cb25-4ad8-b3a5-db046c349dfe" providerId="ADAL" clId="{F8C461BE-47C4-4EA3-90F1-2D690A817286}" dt="2026-07-25T08:03:28.331" v="858" actId="478"/>
          <ac:spMkLst>
            <pc:docMk/>
            <pc:sldMk cId="253139195" sldId="258"/>
            <ac:spMk id="7" creationId="{34252E30-A2A3-90B7-E8E8-6598F5FFE57B}"/>
          </ac:spMkLst>
        </pc:spChg>
        <pc:spChg chg="mod">
          <ac:chgData name="Dr. Manel Puig i Vidal" userId="0d549d0e-cb25-4ad8-b3a5-db046c349dfe" providerId="ADAL" clId="{F8C461BE-47C4-4EA3-90F1-2D690A817286}" dt="2026-07-25T08:32:43.687" v="1059" actId="14100"/>
          <ac:spMkLst>
            <pc:docMk/>
            <pc:sldMk cId="253139195" sldId="258"/>
            <ac:spMk id="9" creationId="{2A54238C-C149-8A2D-9E29-0885FF81E80A}"/>
          </ac:spMkLst>
        </pc:spChg>
        <pc:spChg chg="mod">
          <ac:chgData name="Dr. Manel Puig i Vidal" userId="0d549d0e-cb25-4ad8-b3a5-db046c349dfe" providerId="ADAL" clId="{F8C461BE-47C4-4EA3-90F1-2D690A817286}" dt="2026-07-25T08:33:02.959" v="1079" actId="1038"/>
          <ac:spMkLst>
            <pc:docMk/>
            <pc:sldMk cId="253139195" sldId="258"/>
            <ac:spMk id="11" creationId="{3B322446-0F50-CD66-FCF3-71B11D502BBE}"/>
          </ac:spMkLst>
        </pc:spChg>
        <pc:spChg chg="mod">
          <ac:chgData name="Dr. Manel Puig i Vidal" userId="0d549d0e-cb25-4ad8-b3a5-db046c349dfe" providerId="ADAL" clId="{F8C461BE-47C4-4EA3-90F1-2D690A817286}" dt="2026-07-25T08:04:58.128" v="863" actId="14100"/>
          <ac:spMkLst>
            <pc:docMk/>
            <pc:sldMk cId="253139195" sldId="258"/>
            <ac:spMk id="13" creationId="{0A71832C-3A23-EDBB-6B85-B11780F1C12C}"/>
          </ac:spMkLst>
        </pc:spChg>
        <pc:spChg chg="mod">
          <ac:chgData name="Dr. Manel Puig i Vidal" userId="0d549d0e-cb25-4ad8-b3a5-db046c349dfe" providerId="ADAL" clId="{F8C461BE-47C4-4EA3-90F1-2D690A817286}" dt="2026-07-25T08:32:12.027" v="1058" actId="14100"/>
          <ac:spMkLst>
            <pc:docMk/>
            <pc:sldMk cId="253139195" sldId="258"/>
            <ac:spMk id="15" creationId="{234D9F34-4F85-273B-B707-D747E5191D69}"/>
          </ac:spMkLst>
        </pc:spChg>
        <pc:spChg chg="mod">
          <ac:chgData name="Dr. Manel Puig i Vidal" userId="0d549d0e-cb25-4ad8-b3a5-db046c349dfe" providerId="ADAL" clId="{F8C461BE-47C4-4EA3-90F1-2D690A817286}" dt="2026-07-25T08:09:25.759" v="911" actId="1076"/>
          <ac:spMkLst>
            <pc:docMk/>
            <pc:sldMk cId="253139195" sldId="258"/>
            <ac:spMk id="19" creationId="{76E6B818-BF51-8D72-9A93-7DE4D895950D}"/>
          </ac:spMkLst>
        </pc:spChg>
        <pc:spChg chg="mod">
          <ac:chgData name="Dr. Manel Puig i Vidal" userId="0d549d0e-cb25-4ad8-b3a5-db046c349dfe" providerId="ADAL" clId="{F8C461BE-47C4-4EA3-90F1-2D690A817286}" dt="2026-07-25T08:07:47.495" v="900" actId="1035"/>
          <ac:spMkLst>
            <pc:docMk/>
            <pc:sldMk cId="253139195" sldId="258"/>
            <ac:spMk id="28" creationId="{ADAAE166-E15F-3232-2DDF-4B5A6F689ABB}"/>
          </ac:spMkLst>
        </pc:spChg>
        <pc:spChg chg="mod">
          <ac:chgData name="Dr. Manel Puig i Vidal" userId="0d549d0e-cb25-4ad8-b3a5-db046c349dfe" providerId="ADAL" clId="{F8C461BE-47C4-4EA3-90F1-2D690A817286}" dt="2026-07-25T08:09:09.140" v="909" actId="1076"/>
          <ac:spMkLst>
            <pc:docMk/>
            <pc:sldMk cId="253139195" sldId="258"/>
            <ac:spMk id="41" creationId="{C1F1F9D6-F11C-C3AA-BDE4-446150D3DC91}"/>
          </ac:spMkLst>
        </pc:spChg>
        <pc:spChg chg="mod">
          <ac:chgData name="Dr. Manel Puig i Vidal" userId="0d549d0e-cb25-4ad8-b3a5-db046c349dfe" providerId="ADAL" clId="{F8C461BE-47C4-4EA3-90F1-2D690A817286}" dt="2026-07-25T08:35:55.854" v="1101" actId="14100"/>
          <ac:spMkLst>
            <pc:docMk/>
            <pc:sldMk cId="253139195" sldId="258"/>
            <ac:spMk id="43" creationId="{582CB450-3A87-8421-844A-289C6C04EC1B}"/>
          </ac:spMkLst>
        </pc:spChg>
        <pc:spChg chg="add mod">
          <ac:chgData name="Dr. Manel Puig i Vidal" userId="0d549d0e-cb25-4ad8-b3a5-db046c349dfe" providerId="ADAL" clId="{F8C461BE-47C4-4EA3-90F1-2D690A817286}" dt="2026-07-25T08:34:42.985" v="1092" actId="1035"/>
          <ac:spMkLst>
            <pc:docMk/>
            <pc:sldMk cId="253139195" sldId="258"/>
            <ac:spMk id="44" creationId="{3F17F93F-7E16-7275-6688-10296C2813C0}"/>
          </ac:spMkLst>
        </pc:spChg>
        <pc:spChg chg="add mod">
          <ac:chgData name="Dr. Manel Puig i Vidal" userId="0d549d0e-cb25-4ad8-b3a5-db046c349dfe" providerId="ADAL" clId="{F8C461BE-47C4-4EA3-90F1-2D690A817286}" dt="2026-07-25T08:34:07.727" v="1087" actId="1076"/>
          <ac:spMkLst>
            <pc:docMk/>
            <pc:sldMk cId="253139195" sldId="258"/>
            <ac:spMk id="46" creationId="{1B72F146-72E2-A793-ED1B-CD58BD2F994B}"/>
          </ac:spMkLst>
        </pc:spChg>
        <pc:spChg chg="mod">
          <ac:chgData name="Dr. Manel Puig i Vidal" userId="0d549d0e-cb25-4ad8-b3a5-db046c349dfe" providerId="ADAL" clId="{F8C461BE-47C4-4EA3-90F1-2D690A817286}" dt="2026-07-25T08:11:56.464" v="916" actId="1076"/>
          <ac:spMkLst>
            <pc:docMk/>
            <pc:sldMk cId="253139195" sldId="258"/>
            <ac:spMk id="59" creationId="{1021C901-3E51-DE89-E2B5-76D86C530254}"/>
          </ac:spMkLst>
        </pc:spChg>
        <pc:spChg chg="mod">
          <ac:chgData name="Dr. Manel Puig i Vidal" userId="0d549d0e-cb25-4ad8-b3a5-db046c349dfe" providerId="ADAL" clId="{F8C461BE-47C4-4EA3-90F1-2D690A817286}" dt="2026-07-25T08:07:47.495" v="900" actId="1035"/>
          <ac:spMkLst>
            <pc:docMk/>
            <pc:sldMk cId="253139195" sldId="258"/>
            <ac:spMk id="61" creationId="{3088EC12-6D56-C568-55D5-7173220CDDEA}"/>
          </ac:spMkLst>
        </pc:spChg>
        <pc:spChg chg="mod">
          <ac:chgData name="Dr. Manel Puig i Vidal" userId="0d549d0e-cb25-4ad8-b3a5-db046c349dfe" providerId="ADAL" clId="{F8C461BE-47C4-4EA3-90F1-2D690A817286}" dt="2026-07-25T08:33:28.230" v="1086" actId="20577"/>
          <ac:spMkLst>
            <pc:docMk/>
            <pc:sldMk cId="253139195" sldId="258"/>
            <ac:spMk id="89" creationId="{71C3920A-9B0D-04D2-57D5-6C9AB166B36D}"/>
          </ac:spMkLst>
        </pc:spChg>
        <pc:cxnChg chg="mod">
          <ac:chgData name="Dr. Manel Puig i Vidal" userId="0d549d0e-cb25-4ad8-b3a5-db046c349dfe" providerId="ADAL" clId="{F8C461BE-47C4-4EA3-90F1-2D690A817286}" dt="2026-07-25T08:32:43.687" v="1059" actId="14100"/>
          <ac:cxnSpMkLst>
            <pc:docMk/>
            <pc:sldMk cId="253139195" sldId="258"/>
            <ac:cxnSpMk id="3" creationId="{91238D84-6ACB-0759-8E2F-FF7C921DD44A}"/>
          </ac:cxnSpMkLst>
        </pc:cxnChg>
        <pc:cxnChg chg="mod">
          <ac:chgData name="Dr. Manel Puig i Vidal" userId="0d549d0e-cb25-4ad8-b3a5-db046c349dfe" providerId="ADAL" clId="{F8C461BE-47C4-4EA3-90F1-2D690A817286}" dt="2026-07-25T08:04:58.128" v="863" actId="14100"/>
          <ac:cxnSpMkLst>
            <pc:docMk/>
            <pc:sldMk cId="253139195" sldId="258"/>
            <ac:cxnSpMk id="6" creationId="{70825AA5-0E9B-292E-E9C7-74829C9C4F8B}"/>
          </ac:cxnSpMkLst>
        </pc:cxnChg>
        <pc:cxnChg chg="mod">
          <ac:chgData name="Dr. Manel Puig i Vidal" userId="0d549d0e-cb25-4ad8-b3a5-db046c349dfe" providerId="ADAL" clId="{F8C461BE-47C4-4EA3-90F1-2D690A817286}" dt="2026-07-25T08:09:14.725" v="910" actId="14100"/>
          <ac:cxnSpMkLst>
            <pc:docMk/>
            <pc:sldMk cId="253139195" sldId="258"/>
            <ac:cxnSpMk id="22" creationId="{BD36154B-8328-EE1A-BD4E-1D1D6FFC4C66}"/>
          </ac:cxnSpMkLst>
        </pc:cxnChg>
        <pc:cxnChg chg="mod">
          <ac:chgData name="Dr. Manel Puig i Vidal" userId="0d549d0e-cb25-4ad8-b3a5-db046c349dfe" providerId="ADAL" clId="{F8C461BE-47C4-4EA3-90F1-2D690A817286}" dt="2026-07-25T08:35:55.854" v="1101" actId="14100"/>
          <ac:cxnSpMkLst>
            <pc:docMk/>
            <pc:sldMk cId="253139195" sldId="258"/>
            <ac:cxnSpMk id="23" creationId="{1D119000-5DDF-7604-34CA-C9A934B044C3}"/>
          </ac:cxnSpMkLst>
        </pc:cxnChg>
        <pc:cxnChg chg="mod">
          <ac:chgData name="Dr. Manel Puig i Vidal" userId="0d549d0e-cb25-4ad8-b3a5-db046c349dfe" providerId="ADAL" clId="{F8C461BE-47C4-4EA3-90F1-2D690A817286}" dt="2026-07-25T08:35:55.854" v="1101" actId="14100"/>
          <ac:cxnSpMkLst>
            <pc:docMk/>
            <pc:sldMk cId="253139195" sldId="258"/>
            <ac:cxnSpMk id="25" creationId="{4A0F9F31-9B2A-0D30-5E7C-27F74B0BFF42}"/>
          </ac:cxnSpMkLst>
        </pc:cxnChg>
        <pc:cxnChg chg="mod">
          <ac:chgData name="Dr. Manel Puig i Vidal" userId="0d549d0e-cb25-4ad8-b3a5-db046c349dfe" providerId="ADAL" clId="{F8C461BE-47C4-4EA3-90F1-2D690A817286}" dt="2026-07-25T08:11:56.464" v="916" actId="1076"/>
          <ac:cxnSpMkLst>
            <pc:docMk/>
            <pc:sldMk cId="253139195" sldId="258"/>
            <ac:cxnSpMk id="27" creationId="{C31CB32F-9423-C663-FE02-1060FE82E415}"/>
          </ac:cxnSpMkLst>
        </pc:cxnChg>
        <pc:cxnChg chg="mod">
          <ac:chgData name="Dr. Manel Puig i Vidal" userId="0d549d0e-cb25-4ad8-b3a5-db046c349dfe" providerId="ADAL" clId="{F8C461BE-47C4-4EA3-90F1-2D690A817286}" dt="2026-07-25T08:08:20.086" v="904" actId="14100"/>
          <ac:cxnSpMkLst>
            <pc:docMk/>
            <pc:sldMk cId="253139195" sldId="258"/>
            <ac:cxnSpMk id="29" creationId="{15C88B17-AB04-8DCD-56D3-7A5684947CE4}"/>
          </ac:cxnSpMkLst>
        </pc:cxnChg>
        <pc:cxnChg chg="mod">
          <ac:chgData name="Dr. Manel Puig i Vidal" userId="0d549d0e-cb25-4ad8-b3a5-db046c349dfe" providerId="ADAL" clId="{F8C461BE-47C4-4EA3-90F1-2D690A817286}" dt="2026-07-25T08:11:56.464" v="916" actId="1076"/>
          <ac:cxnSpMkLst>
            <pc:docMk/>
            <pc:sldMk cId="253139195" sldId="258"/>
            <ac:cxnSpMk id="35" creationId="{8B52244E-FF55-90BD-BC9A-BC37A43A5E8B}"/>
          </ac:cxnSpMkLst>
        </pc:cxnChg>
        <pc:cxnChg chg="mod">
          <ac:chgData name="Dr. Manel Puig i Vidal" userId="0d549d0e-cb25-4ad8-b3a5-db046c349dfe" providerId="ADAL" clId="{F8C461BE-47C4-4EA3-90F1-2D690A817286}" dt="2026-07-25T08:11:26.485" v="915" actId="14100"/>
          <ac:cxnSpMkLst>
            <pc:docMk/>
            <pc:sldMk cId="253139195" sldId="258"/>
            <ac:cxnSpMk id="73" creationId="{AB8B6346-4E77-8A37-DC4A-249E49CFE6A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4FFEA-6F79-3647-ED47-07FA33D1D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04A690-8970-0B4B-52AE-2958AF97B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345E97-BB42-AA23-D0C9-072EDAEC7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DA62A-B3A8-45D0-ACBF-7A821033479F}" type="datetimeFigureOut">
              <a:rPr lang="es-ES" smtClean="0"/>
              <a:t>25/07/2026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DBD1DF-8168-9615-8079-12F5B3161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E38AA6-7B2C-58CF-45D4-D99B6122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871C-51F6-4B61-9DCD-941957A88CB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63485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DB887-22BA-3162-A9C7-A52825D67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041F2B-26DB-E3E0-D41D-9B03FB9D3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55E85D-59F4-A3E9-CEA2-4E116256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DA62A-B3A8-45D0-ACBF-7A821033479F}" type="datetimeFigureOut">
              <a:rPr lang="es-ES" smtClean="0"/>
              <a:t>25/07/2026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8A5F9A-F2D0-E804-CC95-8560BEE1C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599898-25D1-587C-450B-CB11A3369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871C-51F6-4B61-9DCD-941957A88CB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61238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FD097-0889-847B-A980-D6B62EBF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C49641-FA27-14C1-C833-693034BF3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5ED6EF-A9FD-1819-BFD8-0514ED6B0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DA62A-B3A8-45D0-ACBF-7A821033479F}" type="datetimeFigureOut">
              <a:rPr lang="es-ES" smtClean="0"/>
              <a:t>25/07/2026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0BD303-4191-BFC3-8248-48B9EADDD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C4DF49-B0A2-D6ED-B178-C079E27B3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871C-51F6-4B61-9DCD-941957A88CB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5104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48D08-6BC6-735C-4CD2-BF62C4065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3B2894-D73B-D481-B5ED-F3C031863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FF040F-F77F-B690-CD4A-61C60B342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ED45C3-1CE2-023B-FFA4-EFF03EAFA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DA62A-B3A8-45D0-ACBF-7A821033479F}" type="datetimeFigureOut">
              <a:rPr lang="es-ES" smtClean="0"/>
              <a:t>25/07/2026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BF22F9-630D-3BD0-CA41-3E63C61B9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386491-441E-62A5-F7E8-1B0AECB89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871C-51F6-4B61-9DCD-941957A88CB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3902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0E99BD-1A6B-1677-4547-A4E72927D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1CF5D1-47B7-ECB4-A617-90212FCCD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7ECC3D-4243-B872-8F7A-0557B6643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99D64AA-F9C2-2D9A-4C57-47F1118B4C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7BC20C2-2C19-883F-A2A2-4CB1D1446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15F8EC9-3065-BE34-B7D1-B908FD7EE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DA62A-B3A8-45D0-ACBF-7A821033479F}" type="datetimeFigureOut">
              <a:rPr lang="es-ES" smtClean="0"/>
              <a:t>25/07/2026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B55CCE2-C9A4-6323-8562-73A8409E0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A631A30-367D-B6BD-94EA-F1300179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871C-51F6-4B61-9DCD-941957A88CB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3838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05843-7CCF-0D83-04BF-53FC78C7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4C5A42F-C32D-72F1-E715-FC0680FD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DA62A-B3A8-45D0-ACBF-7A821033479F}" type="datetimeFigureOut">
              <a:rPr lang="es-ES" smtClean="0"/>
              <a:t>25/07/2026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CAE3AF4-44CB-57B5-A87F-363DB3C6E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057092-876B-ED1A-4F97-4F651ABA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871C-51F6-4B61-9DCD-941957A88CB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2028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106F934-BD3F-46FC-0586-FC0E4FDE3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DA62A-B3A8-45D0-ACBF-7A821033479F}" type="datetimeFigureOut">
              <a:rPr lang="es-ES" smtClean="0"/>
              <a:t>25/07/2026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905D1ED-602D-16B4-E82A-D72A9A7C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C785CC-57B1-F366-59B3-6864A70A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871C-51F6-4B61-9DCD-941957A88CB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0345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1370D4-43B6-F03F-EC17-CF15BF898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6E6440-286A-4DA0-1BFD-084418F45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EE04AE-486E-5953-62F1-9AD8794AC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7F6EF5-806C-9D83-D363-EC922B170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DA62A-B3A8-45D0-ACBF-7A821033479F}" type="datetimeFigureOut">
              <a:rPr lang="es-ES" smtClean="0"/>
              <a:t>25/07/2026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BBB40A-F0ED-3A2F-B798-86805E99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0A3DAC-C0B4-428B-176A-512461F76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871C-51F6-4B61-9DCD-941957A88CB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5321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CCA71-9604-9E70-F690-42E0BEAA0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BCBC85A-AC11-A3C0-0536-17AF3AFEA1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C0D86A-1024-9FCE-4608-7082F9C84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41FE6A-67D9-F981-C9C3-999D62AE7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DA62A-B3A8-45D0-ACBF-7A821033479F}" type="datetimeFigureOut">
              <a:rPr lang="es-ES" smtClean="0"/>
              <a:t>25/07/2026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198004-AF89-3D75-AC85-2E323F158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0C43F6-5B9B-3047-F4AE-82F27FFE5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871C-51F6-4B61-9DCD-941957A88CB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41989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CC83F-2F51-5102-178A-574D8C895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B2C40EF-1E15-3AD9-E1D2-06E4579A7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B482B2-BADD-1BDF-B053-EB04FBFCE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DA62A-B3A8-45D0-ACBF-7A821033479F}" type="datetimeFigureOut">
              <a:rPr lang="es-ES" smtClean="0"/>
              <a:t>25/07/2026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7B638E-4C99-2444-D908-41D48CF1E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0834E5-397D-3B14-D114-9EEAC0F8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871C-51F6-4B61-9DCD-941957A88CB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13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0242D5-716E-4A9F-56C1-4D9F0CE417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937E6BC-F1B3-6A3A-5909-DE1A773CF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2E8EF7-371B-B35A-F975-E3BD2845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DA62A-B3A8-45D0-ACBF-7A821033479F}" type="datetimeFigureOut">
              <a:rPr lang="es-ES" smtClean="0"/>
              <a:t>25/07/2026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4AF816-CA16-8C62-C1C8-F2FE5E1AB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4B472A-1702-F808-0239-EBD9D629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871C-51F6-4B61-9DCD-941957A88CB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68862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521EFA8-1AC1-AC7B-8673-62BBFB6CD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46D858-5F87-8204-F423-14FC121A8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3A85F1-74D2-5213-FB7B-7AB95EB56B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FDA62A-B3A8-45D0-ACBF-7A821033479F}" type="datetimeFigureOut">
              <a:rPr lang="es-ES" smtClean="0"/>
              <a:t>25/07/2026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8878C3-1829-AACE-31AE-42B9F82A7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86C1D9-AC52-2F4A-BBE3-69239A6730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02871C-51F6-4B61-9DCD-941957A88CB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767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B43199E2-CA82-01E4-E62C-48516066FB85}"/>
              </a:ext>
            </a:extLst>
          </p:cNvPr>
          <p:cNvSpPr/>
          <p:nvPr/>
        </p:nvSpPr>
        <p:spPr>
          <a:xfrm>
            <a:off x="3255264" y="206722"/>
            <a:ext cx="3621024" cy="9601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tx1"/>
                </a:solidFill>
              </a:rPr>
              <a:t>Motion or planning node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D6FF70B-32D5-3119-EA60-A0A6CBEEE4A2}"/>
              </a:ext>
            </a:extLst>
          </p:cNvPr>
          <p:cNvSpPr txBox="1"/>
          <p:nvPr/>
        </p:nvSpPr>
        <p:spPr>
          <a:xfrm>
            <a:off x="1682496" y="828288"/>
            <a:ext cx="285902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/>
              <a:t>Topic:</a:t>
            </a:r>
          </a:p>
          <a:p>
            <a:r>
              <a:rPr lang="es-ES" sz="1100" dirty="0"/>
              <a:t>/arm_controller/joint_trajectory</a:t>
            </a:r>
          </a:p>
          <a:p>
            <a:r>
              <a:rPr lang="es-ES" sz="1100" dirty="0"/>
              <a:t>JointTrajectory (msg)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5E9B422-8C09-E304-B888-A763FE87966B}"/>
              </a:ext>
            </a:extLst>
          </p:cNvPr>
          <p:cNvSpPr/>
          <p:nvPr/>
        </p:nvSpPr>
        <p:spPr>
          <a:xfrm>
            <a:off x="1796404" y="2769818"/>
            <a:ext cx="2353056" cy="72829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tx1"/>
                </a:solidFill>
              </a:rPr>
              <a:t>arm_controller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27DD395D-513C-1445-E796-B5AEDC319EFE}"/>
              </a:ext>
            </a:extLst>
          </p:cNvPr>
          <p:cNvSpPr/>
          <p:nvPr/>
        </p:nvSpPr>
        <p:spPr>
          <a:xfrm>
            <a:off x="4211866" y="2857699"/>
            <a:ext cx="2255520" cy="58117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dirty="0">
                <a:solidFill>
                  <a:schemeClr val="tx1"/>
                </a:solidFill>
              </a:rPr>
              <a:t>gripper_controller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2FC3588-57B1-DDCD-B497-4C129484C5AA}"/>
              </a:ext>
            </a:extLst>
          </p:cNvPr>
          <p:cNvSpPr/>
          <p:nvPr/>
        </p:nvSpPr>
        <p:spPr>
          <a:xfrm>
            <a:off x="6548256" y="2652441"/>
            <a:ext cx="3621024" cy="9601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tx1"/>
                </a:solidFill>
              </a:rPr>
              <a:t>joint_state_broadcaster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55208B4-8887-059F-B475-A27BF4B35A3F}"/>
              </a:ext>
            </a:extLst>
          </p:cNvPr>
          <p:cNvSpPr txBox="1"/>
          <p:nvPr/>
        </p:nvSpPr>
        <p:spPr>
          <a:xfrm>
            <a:off x="1680229" y="1375441"/>
            <a:ext cx="338554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/>
              <a:t>Action:</a:t>
            </a:r>
          </a:p>
          <a:p>
            <a:r>
              <a:rPr lang="es-ES" sz="1100" dirty="0"/>
              <a:t>/arm_controller/follow_joint_trajectory</a:t>
            </a:r>
          </a:p>
          <a:p>
            <a:r>
              <a:rPr lang="es-ES" sz="1100" dirty="0"/>
              <a:t>control_msgs/action/FollowJointTrajectory (type)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5E1E97C-7FD5-C6BB-E216-B816FBCE22E1}"/>
              </a:ext>
            </a:extLst>
          </p:cNvPr>
          <p:cNvSpPr txBox="1"/>
          <p:nvPr/>
        </p:nvSpPr>
        <p:spPr>
          <a:xfrm>
            <a:off x="6153912" y="5946442"/>
            <a:ext cx="7044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/>
              <a:t>read()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3FB310D-0E1A-97C5-B9E3-5E22BD51FDC5}"/>
              </a:ext>
            </a:extLst>
          </p:cNvPr>
          <p:cNvSpPr txBox="1"/>
          <p:nvPr/>
        </p:nvSpPr>
        <p:spPr>
          <a:xfrm>
            <a:off x="7786533" y="1149702"/>
            <a:ext cx="27249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/>
              <a:t>/joint_states (topic)</a:t>
            </a:r>
          </a:p>
          <a:p>
            <a:r>
              <a:rPr lang="es-ES" sz="1600" dirty="0"/>
              <a:t>sensor_msgs/msg/JointState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22DFC859-CD17-C8F7-084E-B8918F7D90B6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4437462" y="5679523"/>
            <a:ext cx="0" cy="266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3F7739E-AEAA-6EA9-5E99-225C70F0D0CE}"/>
              </a:ext>
            </a:extLst>
          </p:cNvPr>
          <p:cNvCxnSpPr>
            <a:cxnSpLocks/>
            <a:stCxn id="41" idx="2"/>
            <a:endCxn id="43" idx="1"/>
          </p:cNvCxnSpPr>
          <p:nvPr/>
        </p:nvCxnSpPr>
        <p:spPr>
          <a:xfrm>
            <a:off x="4437462" y="6284996"/>
            <a:ext cx="185650" cy="3156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486DAB39-980C-0A65-2676-E2A3E6398E61}"/>
              </a:ext>
            </a:extLst>
          </p:cNvPr>
          <p:cNvCxnSpPr>
            <a:cxnSpLocks/>
            <a:stCxn id="43" idx="3"/>
            <a:endCxn id="19" idx="2"/>
          </p:cNvCxnSpPr>
          <p:nvPr/>
        </p:nvCxnSpPr>
        <p:spPr>
          <a:xfrm flipV="1">
            <a:off x="6153912" y="6284996"/>
            <a:ext cx="352212" cy="3156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3666BD33-9F62-85E8-0AB7-76A7C7C6024A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8358768" y="4567503"/>
            <a:ext cx="0" cy="496261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DA639AF5-EF8A-E19C-5F06-10132234B213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2972932" y="1175111"/>
            <a:ext cx="2124047" cy="15947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A10BC10A-CDB3-BEB9-2FF1-38D863E1A4F0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8358768" y="1796664"/>
            <a:ext cx="0" cy="8557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6B7B71A-6EEC-13F9-1B36-5A28765029EE}"/>
              </a:ext>
            </a:extLst>
          </p:cNvPr>
          <p:cNvSpPr txBox="1"/>
          <p:nvPr/>
        </p:nvSpPr>
        <p:spPr>
          <a:xfrm>
            <a:off x="3766195" y="2077209"/>
            <a:ext cx="35658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ros2_control Controllers</a:t>
            </a:r>
          </a:p>
          <a:p>
            <a:pPr lvl="1"/>
            <a:r>
              <a:rPr lang="es-ES" sz="1600" i="1" dirty="0"/>
              <a:t>managed by controller_manager: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DEF9B7F2-3481-D16E-E1F3-80271EBA4BCF}"/>
              </a:ext>
            </a:extLst>
          </p:cNvPr>
          <p:cNvCxnSpPr>
            <a:cxnSpLocks/>
          </p:cNvCxnSpPr>
          <p:nvPr/>
        </p:nvCxnSpPr>
        <p:spPr>
          <a:xfrm flipH="1">
            <a:off x="2813591" y="3498116"/>
            <a:ext cx="14953" cy="595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B37EB03-A3DA-4E0B-8B90-C69F26501A84}"/>
              </a:ext>
            </a:extLst>
          </p:cNvPr>
          <p:cNvSpPr txBox="1"/>
          <p:nvPr/>
        </p:nvSpPr>
        <p:spPr>
          <a:xfrm>
            <a:off x="1618005" y="4233436"/>
            <a:ext cx="31799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/>
              <a:t>ros2_control command interfaces</a:t>
            </a:r>
            <a:endParaRPr lang="es-ES" sz="1600" i="1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424E9748-C8F6-495A-7201-056EFDE85597}"/>
              </a:ext>
            </a:extLst>
          </p:cNvPr>
          <p:cNvCxnSpPr>
            <a:cxnSpLocks/>
          </p:cNvCxnSpPr>
          <p:nvPr/>
        </p:nvCxnSpPr>
        <p:spPr>
          <a:xfrm>
            <a:off x="2934110" y="4583124"/>
            <a:ext cx="0" cy="488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8180F882-7DE8-F22A-0F08-6EE4D28CF667}"/>
              </a:ext>
            </a:extLst>
          </p:cNvPr>
          <p:cNvCxnSpPr>
            <a:cxnSpLocks/>
            <a:stCxn id="13" idx="4"/>
            <a:endCxn id="59" idx="0"/>
          </p:cNvCxnSpPr>
          <p:nvPr/>
        </p:nvCxnSpPr>
        <p:spPr>
          <a:xfrm>
            <a:off x="8358768" y="3612561"/>
            <a:ext cx="0" cy="61638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F2D58B4-B82D-60C2-1FA0-17433ACBB244}"/>
              </a:ext>
            </a:extLst>
          </p:cNvPr>
          <p:cNvSpPr txBox="1"/>
          <p:nvPr/>
        </p:nvSpPr>
        <p:spPr>
          <a:xfrm>
            <a:off x="1618005" y="437041"/>
            <a:ext cx="15672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70C0"/>
                </a:solidFill>
              </a:rPr>
              <a:t>COMMAND PATH</a:t>
            </a:r>
            <a:endParaRPr lang="es-ES" sz="1400" b="1" i="1" dirty="0">
              <a:solidFill>
                <a:srgbClr val="0070C0"/>
              </a:solidFill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137582C-C880-59F5-FC6E-FFBC48246D3E}"/>
              </a:ext>
            </a:extLst>
          </p:cNvPr>
          <p:cNvSpPr/>
          <p:nvPr/>
        </p:nvSpPr>
        <p:spPr>
          <a:xfrm>
            <a:off x="1439584" y="2072975"/>
            <a:ext cx="8984348" cy="190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159EF37-4D30-1761-C50F-634BA98DD87C}"/>
              </a:ext>
            </a:extLst>
          </p:cNvPr>
          <p:cNvSpPr txBox="1"/>
          <p:nvPr/>
        </p:nvSpPr>
        <p:spPr>
          <a:xfrm>
            <a:off x="4026707" y="5946442"/>
            <a:ext cx="821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write()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DB8ED039-93C2-C838-380C-AB100A8D44F8}"/>
              </a:ext>
            </a:extLst>
          </p:cNvPr>
          <p:cNvSpPr txBox="1"/>
          <p:nvPr/>
        </p:nvSpPr>
        <p:spPr>
          <a:xfrm>
            <a:off x="4623112" y="6416028"/>
            <a:ext cx="153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/>
              <a:t>Gazebo joints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9EB818EE-64C0-086D-2CAF-4C1F512A1416}"/>
              </a:ext>
            </a:extLst>
          </p:cNvPr>
          <p:cNvSpPr txBox="1"/>
          <p:nvPr/>
        </p:nvSpPr>
        <p:spPr>
          <a:xfrm>
            <a:off x="6798841" y="4228949"/>
            <a:ext cx="31198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ros2_control state interfaces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38BA44D-ED03-8D7C-11B5-B1E05096CB55}"/>
              </a:ext>
            </a:extLst>
          </p:cNvPr>
          <p:cNvSpPr txBox="1"/>
          <p:nvPr/>
        </p:nvSpPr>
        <p:spPr>
          <a:xfrm>
            <a:off x="2974003" y="4619047"/>
            <a:ext cx="3179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i="1" dirty="0"/>
              <a:t>Instantaneous joint position command</a:t>
            </a:r>
            <a:endParaRPr lang="es-ES" i="1" dirty="0"/>
          </a:p>
        </p:txBody>
      </p: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33558DC1-3189-03F6-6FE6-E9AA204E365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505502" y="5679195"/>
            <a:ext cx="622" cy="267247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ángulo 88">
            <a:extLst>
              <a:ext uri="{FF2B5EF4-FFF2-40B4-BE49-F238E27FC236}">
                <a16:creationId xmlns:a16="http://schemas.microsoft.com/office/drawing/2014/main" id="{013C8B49-461C-8C91-2482-6AC655128529}"/>
              </a:ext>
            </a:extLst>
          </p:cNvPr>
          <p:cNvSpPr/>
          <p:nvPr/>
        </p:nvSpPr>
        <p:spPr>
          <a:xfrm>
            <a:off x="2615184" y="5072033"/>
            <a:ext cx="6134309" cy="619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tx1"/>
                </a:solidFill>
              </a:rPr>
              <a:t>Gazebo hardware interface </a:t>
            </a:r>
            <a:r>
              <a:rPr lang="es-ES" dirty="0">
                <a:solidFill>
                  <a:schemeClr val="tx1"/>
                </a:solidFill>
              </a:rPr>
              <a:t>(GazeboSimSystem)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52E237DA-BBB8-AD28-7DE3-B349CA39113C}"/>
              </a:ext>
            </a:extLst>
          </p:cNvPr>
          <p:cNvSpPr txBox="1"/>
          <p:nvPr/>
        </p:nvSpPr>
        <p:spPr>
          <a:xfrm>
            <a:off x="8449056" y="779738"/>
            <a:ext cx="2154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70C0"/>
                </a:solidFill>
              </a:rPr>
              <a:t>STATE / FEEDBACK PATH</a:t>
            </a:r>
            <a:endParaRPr lang="es-ES" sz="1400" b="1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99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C7748-06E5-BF94-98B4-104B35AB9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9E0298BE-2880-4D81-7739-96622B75865E}"/>
              </a:ext>
            </a:extLst>
          </p:cNvPr>
          <p:cNvSpPr/>
          <p:nvPr/>
        </p:nvSpPr>
        <p:spPr>
          <a:xfrm>
            <a:off x="3255264" y="206722"/>
            <a:ext cx="3621024" cy="9601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tx1"/>
                </a:solidFill>
              </a:rPr>
              <a:t>Motion or planning node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9BB5ABE-B35A-A79A-B54F-1D254D54F234}"/>
              </a:ext>
            </a:extLst>
          </p:cNvPr>
          <p:cNvSpPr txBox="1"/>
          <p:nvPr/>
        </p:nvSpPr>
        <p:spPr>
          <a:xfrm>
            <a:off x="1755717" y="1089621"/>
            <a:ext cx="285902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/>
              <a:t>Topic:</a:t>
            </a:r>
          </a:p>
          <a:p>
            <a:r>
              <a:rPr lang="es-ES" sz="1100" dirty="0"/>
              <a:t>/arm_controller/joint_trajectory</a:t>
            </a:r>
          </a:p>
          <a:p>
            <a:r>
              <a:rPr lang="es-ES" sz="1100" dirty="0"/>
              <a:t>trajectory_msgs/msg/JointTrajectory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7B94DD0-7C19-0AA9-C495-D6807E4598E2}"/>
              </a:ext>
            </a:extLst>
          </p:cNvPr>
          <p:cNvSpPr/>
          <p:nvPr/>
        </p:nvSpPr>
        <p:spPr>
          <a:xfrm>
            <a:off x="3300512" y="2506187"/>
            <a:ext cx="5143892" cy="72829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tx1"/>
                </a:solidFill>
              </a:rPr>
              <a:t>serial_trajectory_bridge_node</a:t>
            </a:r>
            <a:endParaRPr lang="es-ES" sz="2000" i="1" dirty="0">
              <a:solidFill>
                <a:schemeClr val="tx1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9DFB8C2-61B5-548D-15CC-867543683528}"/>
              </a:ext>
            </a:extLst>
          </p:cNvPr>
          <p:cNvSpPr txBox="1"/>
          <p:nvPr/>
        </p:nvSpPr>
        <p:spPr>
          <a:xfrm>
            <a:off x="7786533" y="1149702"/>
            <a:ext cx="27249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/>
              <a:t>/joint_states (topic)</a:t>
            </a:r>
          </a:p>
          <a:p>
            <a:r>
              <a:rPr lang="es-ES" sz="1600" dirty="0"/>
              <a:t>sensor_msgs/msg/JointState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A65C2F5A-1085-B84B-83FA-445CB05C308D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4179757" y="5679195"/>
            <a:ext cx="0" cy="267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C8E1758E-C10B-263F-2E7B-4236414AD855}"/>
              </a:ext>
            </a:extLst>
          </p:cNvPr>
          <p:cNvCxnSpPr>
            <a:cxnSpLocks/>
            <a:stCxn id="41" idx="2"/>
            <a:endCxn id="43" idx="1"/>
          </p:cNvCxnSpPr>
          <p:nvPr/>
        </p:nvCxnSpPr>
        <p:spPr>
          <a:xfrm>
            <a:off x="4179757" y="6284996"/>
            <a:ext cx="443355" cy="3156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738CF1D3-2538-CC95-26FA-F9FA16BB8062}"/>
              </a:ext>
            </a:extLst>
          </p:cNvPr>
          <p:cNvCxnSpPr>
            <a:cxnSpLocks/>
            <a:stCxn id="5" idx="4"/>
            <a:endCxn id="9" idx="0"/>
          </p:cNvCxnSpPr>
          <p:nvPr/>
        </p:nvCxnSpPr>
        <p:spPr>
          <a:xfrm>
            <a:off x="5065776" y="1166842"/>
            <a:ext cx="806682" cy="13393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4D0AF15D-A89E-CA32-A27C-23AB155CA059}"/>
              </a:ext>
            </a:extLst>
          </p:cNvPr>
          <p:cNvCxnSpPr>
            <a:cxnSpLocks/>
            <a:stCxn id="9" idx="7"/>
          </p:cNvCxnSpPr>
          <p:nvPr/>
        </p:nvCxnSpPr>
        <p:spPr>
          <a:xfrm flipV="1">
            <a:off x="7691098" y="1796664"/>
            <a:ext cx="868838" cy="8161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5794DC4-934B-A693-1A6F-61DEDE42A2B8}"/>
              </a:ext>
            </a:extLst>
          </p:cNvPr>
          <p:cNvSpPr txBox="1"/>
          <p:nvPr/>
        </p:nvSpPr>
        <p:spPr>
          <a:xfrm>
            <a:off x="1502043" y="2075721"/>
            <a:ext cx="34118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ros2_control Controllers</a:t>
            </a:r>
          </a:p>
          <a:p>
            <a:r>
              <a:rPr lang="es-ES" sz="1600" dirty="0"/>
              <a:t>Custom ROS 2 driver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4BF8FA5-1EDF-1B7D-F0D5-8691297F46EB}"/>
              </a:ext>
            </a:extLst>
          </p:cNvPr>
          <p:cNvSpPr txBox="1"/>
          <p:nvPr/>
        </p:nvSpPr>
        <p:spPr>
          <a:xfrm>
            <a:off x="1618005" y="4171966"/>
            <a:ext cx="31799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/>
              <a:t>ros2_control command interfaces</a:t>
            </a:r>
            <a:endParaRPr lang="es-ES" sz="1600" i="1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56DA0D2-2093-6558-9B33-8854E7DD6259}"/>
              </a:ext>
            </a:extLst>
          </p:cNvPr>
          <p:cNvCxnSpPr>
            <a:cxnSpLocks/>
          </p:cNvCxnSpPr>
          <p:nvPr/>
        </p:nvCxnSpPr>
        <p:spPr>
          <a:xfrm>
            <a:off x="2934110" y="4583124"/>
            <a:ext cx="0" cy="488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F3ACCBB6-61DD-5E3D-07C8-B2C530F3A197}"/>
              </a:ext>
            </a:extLst>
          </p:cNvPr>
          <p:cNvSpPr txBox="1"/>
          <p:nvPr/>
        </p:nvSpPr>
        <p:spPr>
          <a:xfrm>
            <a:off x="1618005" y="437041"/>
            <a:ext cx="15672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70C0"/>
                </a:solidFill>
              </a:rPr>
              <a:t>COMMAND PATH</a:t>
            </a:r>
            <a:endParaRPr lang="es-ES" sz="1400" b="1" i="1" dirty="0">
              <a:solidFill>
                <a:srgbClr val="0070C0"/>
              </a:solidFill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1E0E2517-A9DB-EA0C-4AC1-A2CBB72D73DB}"/>
              </a:ext>
            </a:extLst>
          </p:cNvPr>
          <p:cNvSpPr/>
          <p:nvPr/>
        </p:nvSpPr>
        <p:spPr>
          <a:xfrm>
            <a:off x="1439584" y="2072975"/>
            <a:ext cx="8984348" cy="20554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FC17C43-E771-8213-9822-AC72E1FB5D92}"/>
              </a:ext>
            </a:extLst>
          </p:cNvPr>
          <p:cNvSpPr txBox="1"/>
          <p:nvPr/>
        </p:nvSpPr>
        <p:spPr>
          <a:xfrm>
            <a:off x="3511297" y="5946442"/>
            <a:ext cx="1336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Servo.write()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65938DD-9B48-6E90-24A9-794C873D9AEE}"/>
              </a:ext>
            </a:extLst>
          </p:cNvPr>
          <p:cNvSpPr txBox="1"/>
          <p:nvPr/>
        </p:nvSpPr>
        <p:spPr>
          <a:xfrm>
            <a:off x="4623112" y="6416028"/>
            <a:ext cx="2253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/>
              <a:t>Physical robot joints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FED079-3D10-12D2-0121-789722E81455}"/>
              </a:ext>
            </a:extLst>
          </p:cNvPr>
          <p:cNvSpPr txBox="1"/>
          <p:nvPr/>
        </p:nvSpPr>
        <p:spPr>
          <a:xfrm>
            <a:off x="2974003" y="4619047"/>
            <a:ext cx="3353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i="1" dirty="0"/>
              <a:t>Instantaneous joint position commands</a:t>
            </a:r>
            <a:endParaRPr lang="es-ES" i="1" dirty="0"/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01120765-9AD9-2F11-CA11-61AA1560DB54}"/>
              </a:ext>
            </a:extLst>
          </p:cNvPr>
          <p:cNvSpPr/>
          <p:nvPr/>
        </p:nvSpPr>
        <p:spPr>
          <a:xfrm>
            <a:off x="2011682" y="5072033"/>
            <a:ext cx="7854691" cy="619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tx1"/>
                </a:solidFill>
              </a:rPr>
              <a:t>hardware interface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Custom hardware interface: Serial communication + Arduino firmware + SG90 servos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E006181C-EBDC-A38D-ED6C-D465BE25922A}"/>
              </a:ext>
            </a:extLst>
          </p:cNvPr>
          <p:cNvSpPr txBox="1"/>
          <p:nvPr/>
        </p:nvSpPr>
        <p:spPr>
          <a:xfrm>
            <a:off x="8449056" y="779738"/>
            <a:ext cx="2154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70C0"/>
                </a:solidFill>
              </a:rPr>
              <a:t>STATE / FEEDBACK PATH</a:t>
            </a:r>
            <a:endParaRPr lang="es-ES" sz="1400" b="1" i="1" dirty="0">
              <a:solidFill>
                <a:srgbClr val="0070C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AD9FA01-8643-D683-C8CE-FDB6BC42FACB}"/>
              </a:ext>
            </a:extLst>
          </p:cNvPr>
          <p:cNvSpPr txBox="1"/>
          <p:nvPr/>
        </p:nvSpPr>
        <p:spPr>
          <a:xfrm>
            <a:off x="1548057" y="2932853"/>
            <a:ext cx="284513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• receives JointTrajectory</a:t>
            </a:r>
          </a:p>
          <a:p>
            <a:r>
              <a:rPr lang="en-US" sz="1400" dirty="0"/>
              <a:t>• schedules trajectory points</a:t>
            </a:r>
          </a:p>
          <a:p>
            <a:r>
              <a:rPr lang="en-US" sz="1400" dirty="0"/>
              <a:t>• converts radians → servo degrees</a:t>
            </a:r>
          </a:p>
          <a:p>
            <a:r>
              <a:rPr lang="en-US" sz="1400" dirty="0"/>
              <a:t>• applies calibration and limits</a:t>
            </a:r>
          </a:p>
          <a:p>
            <a:r>
              <a:rPr lang="en-US" sz="1400" dirty="0"/>
              <a:t>• sends serial commands</a:t>
            </a:r>
            <a:endParaRPr lang="es-ES" sz="14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91B785A-B4F1-D402-B10A-60808D94D494}"/>
              </a:ext>
            </a:extLst>
          </p:cNvPr>
          <p:cNvSpPr txBox="1"/>
          <p:nvPr/>
        </p:nvSpPr>
        <p:spPr>
          <a:xfrm>
            <a:off x="7604763" y="3174357"/>
            <a:ext cx="26381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Publishes: sensor_msgs/msg/JointState (last commanded positions)</a:t>
            </a:r>
          </a:p>
        </p:txBody>
      </p:sp>
    </p:spTree>
    <p:extLst>
      <p:ext uri="{BB962C8B-B14F-4D97-AF65-F5344CB8AC3E}">
        <p14:creationId xmlns:p14="http://schemas.microsoft.com/office/powerpoint/2010/main" val="88313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3F703-E4C6-5876-2913-2095A7336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E083FB44-D832-9585-6508-CA3A63B8443D}"/>
              </a:ext>
            </a:extLst>
          </p:cNvPr>
          <p:cNvSpPr/>
          <p:nvPr/>
        </p:nvSpPr>
        <p:spPr>
          <a:xfrm>
            <a:off x="3663594" y="169062"/>
            <a:ext cx="3621024" cy="9601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tx1"/>
                </a:solidFill>
              </a:rPr>
              <a:t>MoveIt or motion node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A54238C-C149-8A2D-9E29-0885FF81E80A}"/>
              </a:ext>
            </a:extLst>
          </p:cNvPr>
          <p:cNvSpPr/>
          <p:nvPr/>
        </p:nvSpPr>
        <p:spPr>
          <a:xfrm>
            <a:off x="1547640" y="2785094"/>
            <a:ext cx="5037417" cy="803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tx1"/>
                </a:solidFill>
              </a:rPr>
              <a:t>scaled_joint_trajectory_controller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3B322446-0F50-CD66-FCF3-71B11D502BBE}"/>
              </a:ext>
            </a:extLst>
          </p:cNvPr>
          <p:cNvSpPr/>
          <p:nvPr/>
        </p:nvSpPr>
        <p:spPr>
          <a:xfrm>
            <a:off x="5734450" y="3455487"/>
            <a:ext cx="1885921" cy="45101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tx1"/>
                </a:solidFill>
              </a:rPr>
              <a:t>gripper_controller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A71832C-3A23-EDBB-6B85-B11780F1C12C}"/>
              </a:ext>
            </a:extLst>
          </p:cNvPr>
          <p:cNvSpPr/>
          <p:nvPr/>
        </p:nvSpPr>
        <p:spPr>
          <a:xfrm>
            <a:off x="6876288" y="2652441"/>
            <a:ext cx="3292992" cy="9601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dirty="0">
                <a:solidFill>
                  <a:schemeClr val="tx1"/>
                </a:solidFill>
              </a:rPr>
              <a:t>joint_state_broadcaster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34D9F34-4F85-273B-B707-D747E5191D69}"/>
              </a:ext>
            </a:extLst>
          </p:cNvPr>
          <p:cNvSpPr txBox="1"/>
          <p:nvPr/>
        </p:nvSpPr>
        <p:spPr>
          <a:xfrm>
            <a:off x="1412367" y="1108662"/>
            <a:ext cx="369534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/>
              <a:t>Action:</a:t>
            </a:r>
          </a:p>
          <a:p>
            <a:r>
              <a:rPr lang="es-ES" sz="1100" dirty="0"/>
              <a:t>/scaled_joint_trajectory_controller/follow_joint_trajectory</a:t>
            </a:r>
          </a:p>
          <a:p>
            <a:r>
              <a:rPr lang="es-ES" sz="1100" dirty="0"/>
              <a:t>control_msgs/action/FollowJointTrajectory (type)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6E6B818-BF51-8D72-9A93-7DE4D895950D}"/>
              </a:ext>
            </a:extLst>
          </p:cNvPr>
          <p:cNvSpPr txBox="1"/>
          <p:nvPr/>
        </p:nvSpPr>
        <p:spPr>
          <a:xfrm>
            <a:off x="7423050" y="6068978"/>
            <a:ext cx="7044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/>
              <a:t>read()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E530243-5024-A826-7862-987F2717B495}"/>
              </a:ext>
            </a:extLst>
          </p:cNvPr>
          <p:cNvSpPr txBox="1"/>
          <p:nvPr/>
        </p:nvSpPr>
        <p:spPr>
          <a:xfrm>
            <a:off x="7786533" y="1149702"/>
            <a:ext cx="27249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/>
              <a:t>/joint_states (topic)</a:t>
            </a:r>
          </a:p>
          <a:p>
            <a:r>
              <a:rPr lang="es-ES" sz="1600" dirty="0"/>
              <a:t>sensor_msgs/msg/JointState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BD36154B-8328-EE1A-BD4E-1D1D6FFC4C66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3589414" y="5935739"/>
            <a:ext cx="0" cy="146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1D119000-5DDF-7604-34CA-C9A934B044C3}"/>
              </a:ext>
            </a:extLst>
          </p:cNvPr>
          <p:cNvCxnSpPr>
            <a:cxnSpLocks/>
            <a:stCxn id="41" idx="2"/>
            <a:endCxn id="43" idx="1"/>
          </p:cNvCxnSpPr>
          <p:nvPr/>
        </p:nvCxnSpPr>
        <p:spPr>
          <a:xfrm>
            <a:off x="3589414" y="6420959"/>
            <a:ext cx="1324331" cy="1221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4A0F9F31-9B2A-0D30-5E7C-27F74B0BFF42}"/>
              </a:ext>
            </a:extLst>
          </p:cNvPr>
          <p:cNvCxnSpPr>
            <a:cxnSpLocks/>
            <a:stCxn id="43" idx="3"/>
            <a:endCxn id="19" idx="2"/>
          </p:cNvCxnSpPr>
          <p:nvPr/>
        </p:nvCxnSpPr>
        <p:spPr>
          <a:xfrm flipV="1">
            <a:off x="6379783" y="6407532"/>
            <a:ext cx="1395479" cy="135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C31CB32F-9423-C663-FE02-1060FE82E415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8522784" y="4402133"/>
            <a:ext cx="0" cy="427194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91238D84-6ACB-0759-8E2F-FF7C921DD44A}"/>
              </a:ext>
            </a:extLst>
          </p:cNvPr>
          <p:cNvCxnSpPr>
            <a:cxnSpLocks/>
            <a:stCxn id="5" idx="4"/>
            <a:endCxn id="9" idx="0"/>
          </p:cNvCxnSpPr>
          <p:nvPr/>
        </p:nvCxnSpPr>
        <p:spPr>
          <a:xfrm flipH="1">
            <a:off x="4066349" y="1129182"/>
            <a:ext cx="1407757" cy="16559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0825AA5-0E9B-292E-E9C7-74829C9C4F8B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8358768" y="1796664"/>
            <a:ext cx="164016" cy="8557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39D69E5-2572-8BC2-7B89-0F4AB8D8EACD}"/>
              </a:ext>
            </a:extLst>
          </p:cNvPr>
          <p:cNvSpPr txBox="1"/>
          <p:nvPr/>
        </p:nvSpPr>
        <p:spPr>
          <a:xfrm>
            <a:off x="3766195" y="2077209"/>
            <a:ext cx="35658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ros2_control Controllers</a:t>
            </a:r>
          </a:p>
          <a:p>
            <a:pPr lvl="1"/>
            <a:r>
              <a:rPr lang="es-ES" sz="1600" i="1" dirty="0"/>
              <a:t>managed by controller_manager: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AE53CA7F-01F0-8E1C-8F5E-F8A70A5790B2}"/>
              </a:ext>
            </a:extLst>
          </p:cNvPr>
          <p:cNvCxnSpPr>
            <a:cxnSpLocks/>
          </p:cNvCxnSpPr>
          <p:nvPr/>
        </p:nvCxnSpPr>
        <p:spPr>
          <a:xfrm>
            <a:off x="2813591" y="3578747"/>
            <a:ext cx="0" cy="542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DAAE166-E15F-3232-2DDF-4B5A6F689ABB}"/>
              </a:ext>
            </a:extLst>
          </p:cNvPr>
          <p:cNvSpPr txBox="1"/>
          <p:nvPr/>
        </p:nvSpPr>
        <p:spPr>
          <a:xfrm>
            <a:off x="1618005" y="4068844"/>
            <a:ext cx="31799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/>
              <a:t>ros2_control command interfaces</a:t>
            </a:r>
            <a:endParaRPr lang="es-ES" sz="1600" i="1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15C88B17-AB04-8DCD-56D3-7A5684947CE4}"/>
              </a:ext>
            </a:extLst>
          </p:cNvPr>
          <p:cNvCxnSpPr>
            <a:cxnSpLocks/>
          </p:cNvCxnSpPr>
          <p:nvPr/>
        </p:nvCxnSpPr>
        <p:spPr>
          <a:xfrm>
            <a:off x="2974003" y="4402911"/>
            <a:ext cx="0" cy="441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8B52244E-FF55-90BD-BC9A-BC37A43A5E8B}"/>
              </a:ext>
            </a:extLst>
          </p:cNvPr>
          <p:cNvCxnSpPr>
            <a:cxnSpLocks/>
            <a:stCxn id="13" idx="4"/>
            <a:endCxn id="59" idx="0"/>
          </p:cNvCxnSpPr>
          <p:nvPr/>
        </p:nvCxnSpPr>
        <p:spPr>
          <a:xfrm>
            <a:off x="8522784" y="3612561"/>
            <a:ext cx="0" cy="45101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6E430DF-307E-6761-D683-9688C8D052CA}"/>
              </a:ext>
            </a:extLst>
          </p:cNvPr>
          <p:cNvSpPr txBox="1"/>
          <p:nvPr/>
        </p:nvSpPr>
        <p:spPr>
          <a:xfrm>
            <a:off x="1618005" y="437041"/>
            <a:ext cx="15672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70C0"/>
                </a:solidFill>
              </a:rPr>
              <a:t>COMMAND PATH</a:t>
            </a:r>
            <a:endParaRPr lang="es-ES" sz="1400" b="1" i="1" dirty="0">
              <a:solidFill>
                <a:srgbClr val="0070C0"/>
              </a:solidFill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6909B076-6A0A-E31D-4AC1-12574377EEBE}"/>
              </a:ext>
            </a:extLst>
          </p:cNvPr>
          <p:cNvSpPr/>
          <p:nvPr/>
        </p:nvSpPr>
        <p:spPr>
          <a:xfrm>
            <a:off x="1439584" y="2072975"/>
            <a:ext cx="8984348" cy="190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1F1F9D6-F11C-C3AA-BDE4-446150D3DC91}"/>
              </a:ext>
            </a:extLst>
          </p:cNvPr>
          <p:cNvSpPr txBox="1"/>
          <p:nvPr/>
        </p:nvSpPr>
        <p:spPr>
          <a:xfrm>
            <a:off x="3178659" y="6082405"/>
            <a:ext cx="821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write()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82CB450-3A87-8421-844A-289C6C04EC1B}"/>
              </a:ext>
            </a:extLst>
          </p:cNvPr>
          <p:cNvSpPr txBox="1"/>
          <p:nvPr/>
        </p:nvSpPr>
        <p:spPr>
          <a:xfrm>
            <a:off x="4913745" y="6358446"/>
            <a:ext cx="1466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Robot joints</a:t>
            </a:r>
            <a:endParaRPr lang="es-ES" sz="1800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1021C901-3E51-DE89-E2B5-76D86C530254}"/>
              </a:ext>
            </a:extLst>
          </p:cNvPr>
          <p:cNvSpPr txBox="1"/>
          <p:nvPr/>
        </p:nvSpPr>
        <p:spPr>
          <a:xfrm>
            <a:off x="6962857" y="4063579"/>
            <a:ext cx="31198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ros2_control state interfaces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3088EC12-6D56-C568-55D5-7173220CDDEA}"/>
              </a:ext>
            </a:extLst>
          </p:cNvPr>
          <p:cNvSpPr txBox="1"/>
          <p:nvPr/>
        </p:nvSpPr>
        <p:spPr>
          <a:xfrm>
            <a:off x="2974003" y="4454455"/>
            <a:ext cx="3179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i="1" dirty="0"/>
              <a:t>Instantaneous joint position command</a:t>
            </a:r>
            <a:endParaRPr lang="es-ES" i="1" dirty="0"/>
          </a:p>
        </p:txBody>
      </p: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AB8B6346-4E77-8A37-DC4A-249E49CFE6A5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775262" y="5942452"/>
            <a:ext cx="0" cy="12652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ángulo 88">
            <a:extLst>
              <a:ext uri="{FF2B5EF4-FFF2-40B4-BE49-F238E27FC236}">
                <a16:creationId xmlns:a16="http://schemas.microsoft.com/office/drawing/2014/main" id="{71C3920A-9B0D-04D2-57D5-6C9AB166B36D}"/>
              </a:ext>
            </a:extLst>
          </p:cNvPr>
          <p:cNvSpPr/>
          <p:nvPr/>
        </p:nvSpPr>
        <p:spPr>
          <a:xfrm>
            <a:off x="2615184" y="4830105"/>
            <a:ext cx="6208773" cy="11056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tx1"/>
                </a:solidFill>
              </a:rPr>
              <a:t>UR hardware interface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UR ros2_control hardware interface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UR driver communication (RTDE)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UR controller box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807D511E-0053-ACC0-58F7-44AA54499C02}"/>
              </a:ext>
            </a:extLst>
          </p:cNvPr>
          <p:cNvSpPr txBox="1"/>
          <p:nvPr/>
        </p:nvSpPr>
        <p:spPr>
          <a:xfrm>
            <a:off x="8449056" y="779738"/>
            <a:ext cx="2154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70C0"/>
                </a:solidFill>
              </a:rPr>
              <a:t>STATE / FEEDBACK PATH</a:t>
            </a:r>
            <a:endParaRPr lang="es-ES" sz="1400" b="1" i="1" dirty="0">
              <a:solidFill>
                <a:srgbClr val="0070C0"/>
              </a:solidFill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3F17F93F-7E16-7275-6688-10296C2813C0}"/>
              </a:ext>
            </a:extLst>
          </p:cNvPr>
          <p:cNvSpPr txBox="1"/>
          <p:nvPr/>
        </p:nvSpPr>
        <p:spPr>
          <a:xfrm>
            <a:off x="8554537" y="3578747"/>
            <a:ext cx="19150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/>
              <a:t>Measured joint positions (and velocities)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B72F146-72E2-A793-ED1B-CD58BD2F994B}"/>
              </a:ext>
            </a:extLst>
          </p:cNvPr>
          <p:cNvSpPr txBox="1"/>
          <p:nvPr/>
        </p:nvSpPr>
        <p:spPr>
          <a:xfrm>
            <a:off x="6379783" y="6093420"/>
            <a:ext cx="18096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Joint encoders</a:t>
            </a:r>
          </a:p>
        </p:txBody>
      </p:sp>
    </p:spTree>
    <p:extLst>
      <p:ext uri="{BB962C8B-B14F-4D97-AF65-F5344CB8AC3E}">
        <p14:creationId xmlns:p14="http://schemas.microsoft.com/office/powerpoint/2010/main" val="2531391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351</Words>
  <Application>Microsoft Office PowerPoint</Application>
  <PresentationFormat>Panorámica</PresentationFormat>
  <Paragraphs>71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Manel Puig i Vidal</dc:creator>
  <cp:lastModifiedBy>Dr. Manel Puig i Vidal</cp:lastModifiedBy>
  <cp:revision>3</cp:revision>
  <dcterms:created xsi:type="dcterms:W3CDTF">2026-07-24T16:18:37Z</dcterms:created>
  <dcterms:modified xsi:type="dcterms:W3CDTF">2026-07-25T09:58:16Z</dcterms:modified>
</cp:coreProperties>
</file>